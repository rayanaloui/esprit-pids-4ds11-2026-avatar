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v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731520"/>
            <a:ext cx="1097280" cy="117043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00"/>
            <a:ext cx="9144000" cy="27432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9144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Guarana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9144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i="1">
                <a:solidFill>
                  <a:srgbClr val="009999"/>
                </a:solidFill>
              </a:defRPr>
            </a:pPr>
            <a:r>
              <a:t>Introduisons le futur du bien-être : Guarana Vital, la solution complète pour un corps en harmonie.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v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82880"/>
            <a:ext cx="731520" cy="7802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74320"/>
            <a:ext cx="71323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b="1" sz="2400">
                <a:solidFill>
                  <a:srgbClr val="003366"/>
                </a:solidFill>
              </a:defRPr>
            </a:pPr>
            <a:r>
              <a:t>ANALYSE ET ENJEUX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212121"/>
                </a:solidFill>
              </a:defRPr>
            </a:pPr>
            <a:r>
              <a:t>La plupart des patients cherchent une solution naturelle et efficace pour améliorer leur énergie et leur bien-être. Cependant, les produits actuels sur le marché sont souvent insuffisants ou contiennent des ingrédients de mauvaise qualité. Les patients souffrent donc d'une pénurie de produits fiables qui répondent à leurs besoins.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v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82880"/>
            <a:ext cx="731520" cy="7802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74320"/>
            <a:ext cx="71323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b="1" sz="2400">
                <a:solidFill>
                  <a:srgbClr val="003366"/>
                </a:solidFill>
              </a:defRPr>
            </a:pPr>
            <a:r>
              <a:t>LA RÉPONSE VITAL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438912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/>
            </a:pPr>
            <a:r>
              <a:t>Notre Guarana Vital propose un mode d'action unique grâce à la combinaison de guarane et de vitamines, garantissant une absorption optimale et une action prolongée. Cette formule est également libre de contaminants et de produits chimiques artificiels, offrant ainsi un bien-être total.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371600"/>
            <a:ext cx="32918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v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82880"/>
            <a:ext cx="731520" cy="7802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74320"/>
            <a:ext cx="71323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b="1" sz="2400">
                <a:solidFill>
                  <a:srgbClr val="003366"/>
                </a:solidFill>
              </a:defRPr>
            </a:pPr>
            <a:r>
              <a:t>PILIERS DE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/>
            </a:pPr>
            <a:r>
              <a:t>- Qualité des ingrédients : Utilisons uniquement les meilleurs ingrédients naturels pour garantir la qualité de notre produit.</a:t>
            </a:r>
            <a:br/>
            <a:r>
              <a:t>- Absorption optimale : Notre formule est conçue pour favoriser une absorption totale et une action prolongée.</a:t>
            </a:r>
            <a:br/>
            <a:r>
              <a:t>- Proximité avec la nature : Nous utilisons des méthodes traditionnelles de fabrication pour respecter l'environnement et les patients.</a:t>
            </a:r>
            <a:br/>
            <a:r>
              <a:t>- Garantie de satisfaction : Nous offrons une garantie de satisfaction pour vous rassurer sur votre choix.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v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82880"/>
            <a:ext cx="731520" cy="7802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74320"/>
            <a:ext cx="71323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b="1" sz="2400">
                <a:solidFill>
                  <a:srgbClr val="003366"/>
                </a:solidFill>
              </a:defRPr>
            </a:pPr>
            <a:r>
              <a:t>ENGAGEMENT QUALITÉ &amp;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77240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/>
            </a:pPr>
            <a:r>
              <a:t>Notre Guarana Vital est fabriqué avec la plus grande attention à détail, en utilisant des méthodes traditionnelles et des équipements de pointe. La forme Gélule permet une absorption facile et rapide, garantissant une action optimale.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657600"/>
          <a:ext cx="7680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6692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003366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12121"/>
                          </a:solidFill>
                        </a:defRPr>
                      </a:pPr>
                      <a:r>
                        <a:t>Brûle graisses, Fatigue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003366"/>
                          </a:solidFill>
                        </a:defRPr>
                      </a:pPr>
                      <a:r>
                        <a:t>Classe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12121"/>
                          </a:solidFill>
                        </a:defRPr>
                      </a:pPr>
                      <a:r>
                        <a:t>Complément alimentaire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003366"/>
                          </a:solidFill>
                        </a:defRPr>
                      </a:pPr>
                      <a:r>
                        <a:t>Forme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12121"/>
                          </a:solidFill>
                        </a:defRPr>
                      </a:pPr>
                      <a:r>
                        <a:t>Gélule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003366"/>
                          </a:solidFill>
                        </a:defRPr>
                      </a:pPr>
                      <a:r>
                        <a:t>Conditionnement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12121"/>
                          </a:solidFill>
                        </a:defRPr>
                      </a:pPr>
                      <a:r>
                        <a:t>Boite de 30 gélules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v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82880"/>
            <a:ext cx="731520" cy="7802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74320"/>
            <a:ext cx="71323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b="1" sz="2400">
                <a:solidFill>
                  <a:srgbClr val="003366"/>
                </a:solidFill>
              </a:defRPr>
            </a:pPr>
            <a:r>
              <a:t>SYNTHÈSE &amp;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200" b="1">
                <a:solidFill>
                  <a:srgbClr val="009999"/>
                </a:solidFill>
              </a:defRPr>
            </a:pPr>
            <a:r>
              <a:t>Rejoignez notre communauté de patients qui ont déjà découvert les bienfaits de Guarana Vital. Découvrez comment vous pouvez améliorer votre énergie et votre bien-être avec notre solution complète.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