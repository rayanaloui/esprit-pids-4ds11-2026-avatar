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123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vital.png"/>
          <p:cNvPicPr>
            <a:picLocks noChangeAspect="1"/>
          </p:cNvPicPr>
          <p:nvPr/>
        </p:nvPicPr>
        <p:blipFill>
          <a:blip r:embed="rId2"/>
          <a:stretch>
            <a:fillRect/>
          </a:stretch>
        </p:blipFill>
        <p:spPr>
          <a:xfrm>
            <a:off x="4023360" y="731520"/>
            <a:ext cx="1097280" cy="1170432"/>
          </a:xfrm>
          <a:prstGeom prst="rect">
            <a:avLst/>
          </a:prstGeom>
        </p:spPr>
      </p:pic>
      <p:sp>
        <p:nvSpPr>
          <p:cNvPr id="3" name="Rectangle 2"/>
          <p:cNvSpPr/>
          <p:nvPr/>
        </p:nvSpPr>
        <p:spPr>
          <a:xfrm>
            <a:off x="0" y="2743200"/>
            <a:ext cx="9144000" cy="27432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3017520"/>
            <a:ext cx="9144000" cy="914400"/>
          </a:xfrm>
          <a:prstGeom prst="rect">
            <a:avLst/>
          </a:prstGeom>
          <a:noFill/>
        </p:spPr>
        <p:txBody>
          <a:bodyPr wrap="square">
            <a:normAutofit/>
          </a:bodyPr>
          <a:lstStyle/>
          <a:p>
            <a:pPr algn="ctr">
              <a:defRPr sz="5400" b="1">
                <a:solidFill>
                  <a:srgbClr val="FFFFFF"/>
                </a:solidFill>
              </a:defRPr>
            </a:pPr>
            <a:r>
              <a:rPr dirty="0"/>
              <a:t>MULTIBON IMMUNITÉ</a:t>
            </a:r>
          </a:p>
        </p:txBody>
      </p:sp>
      <p:sp>
        <p:nvSpPr>
          <p:cNvPr id="5" name="TextBox 4"/>
          <p:cNvSpPr txBox="1"/>
          <p:nvPr/>
        </p:nvSpPr>
        <p:spPr>
          <a:xfrm>
            <a:off x="0" y="4114800"/>
            <a:ext cx="9144000" cy="914400"/>
          </a:xfrm>
          <a:prstGeom prst="rect">
            <a:avLst/>
          </a:prstGeom>
          <a:noFill/>
        </p:spPr>
        <p:txBody>
          <a:bodyPr wrap="square">
            <a:normAutofit/>
          </a:bodyPr>
          <a:lstStyle/>
          <a:p>
            <a:pPr algn="ctr">
              <a:defRPr sz="2200" i="1">
                <a:solidFill>
                  <a:srgbClr val="009999"/>
                </a:solidFill>
              </a:defRPr>
            </a:pPr>
            <a:r>
              <a:t>Renforcer votre système immunitaire naturellement et défendez-vous contre les maladies virales et infectieuses avec Multibon Immunité.</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sz="2400" b="1">
                <a:solidFill>
                  <a:srgbClr val="003366"/>
                </a:solidFill>
              </a:defRPr>
            </a:pPr>
            <a:r>
              <a:t>ANALYSE ET ENJEUX</a:t>
            </a:r>
          </a:p>
        </p:txBody>
      </p:sp>
      <p:sp>
        <p:nvSpPr>
          <p:cNvPr id="5" name="TextBox 4"/>
          <p:cNvSpPr txBox="1"/>
          <p:nvPr/>
        </p:nvSpPr>
        <p:spPr>
          <a:xfrm>
            <a:off x="731520" y="1645920"/>
            <a:ext cx="7772400" cy="4572000"/>
          </a:xfrm>
          <a:prstGeom prst="rect">
            <a:avLst/>
          </a:prstGeom>
          <a:noFill/>
        </p:spPr>
        <p:txBody>
          <a:bodyPr wrap="square">
            <a:normAutofit/>
          </a:bodyPr>
          <a:lstStyle/>
          <a:p>
            <a:pPr>
              <a:defRPr sz="2200">
                <a:solidFill>
                  <a:srgbClr val="212121"/>
                </a:solidFill>
              </a:defRPr>
            </a:pPr>
            <a:r>
              <a:t>Les personnes âgées, les enfants et ceux qui souffrent de problèmes de santé chronique sont particulièrement vulnérables aux infections. Les médicaments conventionnels peuvent avoir des effets secondaires nocifs et ne répondent pas toujours à la demande. C'est pourquoi une solution naturelle et efficace est désespérément nécessaire.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sz="2400" b="1">
                <a:solidFill>
                  <a:srgbClr val="003366"/>
                </a:solidFill>
              </a:defRPr>
            </a:pPr>
            <a:r>
              <a:t>LA RÉPONSE VITAL LABS</a:t>
            </a:r>
          </a:p>
        </p:txBody>
      </p:sp>
      <p:sp>
        <p:nvSpPr>
          <p:cNvPr id="5" name="TextBox 4"/>
          <p:cNvSpPr txBox="1"/>
          <p:nvPr/>
        </p:nvSpPr>
        <p:spPr>
          <a:xfrm>
            <a:off x="457200" y="1463040"/>
            <a:ext cx="4389120" cy="4572000"/>
          </a:xfrm>
          <a:prstGeom prst="rect">
            <a:avLst/>
          </a:prstGeom>
          <a:noFill/>
        </p:spPr>
        <p:txBody>
          <a:bodyPr wrap="square">
            <a:normAutofit/>
          </a:bodyPr>
          <a:lstStyle/>
          <a:p>
            <a:pPr>
              <a:defRPr sz="1800"/>
            </a:pPr>
            <a:r>
              <a:rPr dirty="0" err="1"/>
              <a:t>Multibon</a:t>
            </a:r>
            <a:r>
              <a:rPr dirty="0"/>
              <a:t> </a:t>
            </a:r>
            <a:r>
              <a:rPr dirty="0" err="1"/>
              <a:t>Immunité</a:t>
            </a:r>
            <a:r>
              <a:rPr dirty="0"/>
              <a:t> </a:t>
            </a:r>
            <a:r>
              <a:rPr dirty="0" err="1"/>
              <a:t>utilise</a:t>
            </a:r>
            <a:r>
              <a:rPr dirty="0"/>
              <a:t> </a:t>
            </a:r>
            <a:r>
              <a:rPr dirty="0" err="1"/>
              <a:t>une</a:t>
            </a:r>
            <a:r>
              <a:rPr dirty="0"/>
              <a:t> </a:t>
            </a:r>
            <a:r>
              <a:rPr dirty="0" err="1"/>
              <a:t>formule</a:t>
            </a:r>
            <a:r>
              <a:rPr dirty="0"/>
              <a:t> unique de gummies </a:t>
            </a:r>
            <a:r>
              <a:rPr dirty="0" err="1"/>
              <a:t>contenant</a:t>
            </a:r>
            <a:r>
              <a:rPr dirty="0"/>
              <a:t> des </a:t>
            </a:r>
            <a:r>
              <a:rPr dirty="0" err="1"/>
              <a:t>ingrédients</a:t>
            </a:r>
            <a:r>
              <a:rPr dirty="0"/>
              <a:t> </a:t>
            </a:r>
            <a:r>
              <a:rPr dirty="0" err="1"/>
              <a:t>essentiels</a:t>
            </a:r>
            <a:r>
              <a:rPr dirty="0"/>
              <a:t> </a:t>
            </a:r>
            <a:r>
              <a:rPr dirty="0" err="1"/>
              <a:t>tels</a:t>
            </a:r>
            <a:r>
              <a:rPr dirty="0"/>
              <a:t> </a:t>
            </a:r>
            <a:r>
              <a:rPr dirty="0" err="1"/>
              <a:t>que</a:t>
            </a:r>
            <a:r>
              <a:rPr dirty="0"/>
              <a:t> les </a:t>
            </a:r>
            <a:r>
              <a:rPr dirty="0" err="1"/>
              <a:t>flavonoïdes</a:t>
            </a:r>
            <a:r>
              <a:rPr dirty="0"/>
              <a:t>, les </a:t>
            </a:r>
            <a:r>
              <a:rPr dirty="0" err="1"/>
              <a:t>antioxydants</a:t>
            </a:r>
            <a:r>
              <a:rPr dirty="0"/>
              <a:t> et les </a:t>
            </a:r>
            <a:r>
              <a:rPr dirty="0" err="1"/>
              <a:t>vitamines</a:t>
            </a:r>
            <a:r>
              <a:rPr dirty="0"/>
              <a:t>. Cette </a:t>
            </a:r>
            <a:r>
              <a:rPr dirty="0" err="1"/>
              <a:t>combinaison</a:t>
            </a:r>
            <a:r>
              <a:rPr dirty="0"/>
              <a:t> </a:t>
            </a:r>
            <a:r>
              <a:rPr dirty="0" err="1"/>
              <a:t>d'ingrédients</a:t>
            </a:r>
            <a:r>
              <a:rPr dirty="0"/>
              <a:t> </a:t>
            </a:r>
            <a:r>
              <a:rPr dirty="0" err="1"/>
              <a:t>naturels</a:t>
            </a:r>
            <a:r>
              <a:rPr dirty="0"/>
              <a:t> </a:t>
            </a:r>
            <a:r>
              <a:rPr dirty="0" err="1"/>
              <a:t>renforce</a:t>
            </a:r>
            <a:r>
              <a:rPr dirty="0"/>
              <a:t> le </a:t>
            </a:r>
            <a:r>
              <a:rPr dirty="0" err="1"/>
              <a:t>système</a:t>
            </a:r>
            <a:r>
              <a:rPr dirty="0"/>
              <a:t> </a:t>
            </a:r>
            <a:r>
              <a:rPr dirty="0" err="1"/>
              <a:t>immunitaire</a:t>
            </a:r>
            <a:r>
              <a:rPr dirty="0"/>
              <a:t> et </a:t>
            </a:r>
            <a:r>
              <a:rPr dirty="0" err="1"/>
              <a:t>améliore</a:t>
            </a:r>
            <a:r>
              <a:rPr dirty="0"/>
              <a:t> les </a:t>
            </a:r>
            <a:r>
              <a:rPr dirty="0" err="1"/>
              <a:t>défenses</a:t>
            </a:r>
            <a:r>
              <a:rPr dirty="0"/>
              <a:t> </a:t>
            </a:r>
            <a:r>
              <a:rPr dirty="0" err="1"/>
              <a:t>contre</a:t>
            </a:r>
            <a:r>
              <a:rPr dirty="0"/>
              <a:t> les maladies </a:t>
            </a:r>
            <a:r>
              <a:rPr dirty="0" err="1"/>
              <a:t>virales</a:t>
            </a:r>
            <a:r>
              <a:rPr dirty="0"/>
              <a:t> et </a:t>
            </a:r>
            <a:r>
              <a:rPr dirty="0" err="1"/>
              <a:t>infectieuses</a:t>
            </a:r>
            <a:r>
              <a:rPr dirty="0"/>
              <a:t>.</a:t>
            </a:r>
          </a:p>
        </p:txBody>
      </p:sp>
      <p:pic>
        <p:nvPicPr>
          <p:cNvPr id="6" name="Picture 5" descr="image.png"/>
          <p:cNvPicPr>
            <a:picLocks noChangeAspect="1"/>
          </p:cNvPicPr>
          <p:nvPr/>
        </p:nvPicPr>
        <p:blipFill>
          <a:blip r:embed="rId3"/>
          <a:stretch>
            <a:fillRect/>
          </a:stretch>
        </p:blipFill>
        <p:spPr>
          <a:xfrm>
            <a:off x="5120640" y="1371600"/>
            <a:ext cx="3291840" cy="43891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sz="2400" b="1">
                <a:solidFill>
                  <a:srgbClr val="003366"/>
                </a:solidFill>
              </a:defRPr>
            </a:pPr>
            <a:r>
              <a:t>PILIERS DE PERFORMANCE</a:t>
            </a:r>
          </a:p>
        </p:txBody>
      </p:sp>
      <p:sp>
        <p:nvSpPr>
          <p:cNvPr id="5" name="TextBox 4"/>
          <p:cNvSpPr txBox="1"/>
          <p:nvPr/>
        </p:nvSpPr>
        <p:spPr>
          <a:xfrm>
            <a:off x="731520" y="1371600"/>
            <a:ext cx="7772400" cy="5029200"/>
          </a:xfrm>
          <a:prstGeom prst="rect">
            <a:avLst/>
          </a:prstGeom>
          <a:noFill/>
        </p:spPr>
        <p:txBody>
          <a:bodyPr wrap="square">
            <a:normAutofit/>
          </a:bodyPr>
          <a:lstStyle/>
          <a:p>
            <a:pPr>
              <a:defRPr sz="1800"/>
            </a:pPr>
            <a:r>
              <a:t>1. Sécurité naturelle : Multibon Immunité est fabriqué dans des conditions strictes de qualité pour garantir une sécurité maximale.</a:t>
            </a:r>
            <a:br/>
            <a:r>
              <a:t>2. Efficacité probée : Des études scientifiques ont prouvé l'efficacité de cette formule unique contre les infections virales et infectieuses.</a:t>
            </a:r>
            <a:br/>
            <a:r>
              <a:t>3. Confort et tolérance : Les gummies sont faciles à prendre et ne causent pas d'effets secondaires indésirables.</a:t>
            </a:r>
            <a:br/>
            <a:r>
              <a:t>4. Soutien par la science : Multibon Immunité est soutenu par des études scientifiques récentes et des experts en nutrition.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sz="2400" b="1">
                <a:solidFill>
                  <a:srgbClr val="003366"/>
                </a:solidFill>
              </a:defRPr>
            </a:pPr>
            <a:r>
              <a:t>ENGAGEMENT QUALITÉ &amp; SCIENCE</a:t>
            </a:r>
          </a:p>
        </p:txBody>
      </p:sp>
      <p:sp>
        <p:nvSpPr>
          <p:cNvPr id="5" name="TextBox 4"/>
          <p:cNvSpPr txBox="1"/>
          <p:nvPr/>
        </p:nvSpPr>
        <p:spPr>
          <a:xfrm>
            <a:off x="731520" y="1371600"/>
            <a:ext cx="7772400" cy="2011680"/>
          </a:xfrm>
          <a:prstGeom prst="rect">
            <a:avLst/>
          </a:prstGeom>
          <a:noFill/>
        </p:spPr>
        <p:txBody>
          <a:bodyPr wrap="square">
            <a:normAutofit/>
          </a:bodyPr>
          <a:lstStyle/>
          <a:p>
            <a:pPr>
              <a:defRPr sz="2000"/>
            </a:pPr>
            <a:r>
              <a:t>Les gummies de Multibon Immunité sont fabriquées avec une excellence de fabrication exceptionnelle, garantissant une forme ronde et régulière qui facilite la prise. Les ingrédients naturels sont sélectionnés pour leur efficacité et leur qualité.</a:t>
            </a:r>
          </a:p>
        </p:txBody>
      </p:sp>
      <p:graphicFrame>
        <p:nvGraphicFramePr>
          <p:cNvPr id="6" name="Table 5"/>
          <p:cNvGraphicFramePr>
            <a:graphicFrameLocks noGrp="1"/>
          </p:cNvGraphicFramePr>
          <p:nvPr/>
        </p:nvGraphicFramePr>
        <p:xfrm>
          <a:off x="731520" y="3657600"/>
          <a:ext cx="7680960" cy="18288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457200">
                <a:tc>
                  <a:txBody>
                    <a:bodyPr/>
                    <a:lstStyle/>
                    <a:p>
                      <a:pPr>
                        <a:defRPr sz="1800" b="1">
                          <a:solidFill>
                            <a:srgbClr val="003366"/>
                          </a:solidFill>
                        </a:defRPr>
                      </a:pPr>
                      <a:r>
                        <a:t>Catégorie</a:t>
                      </a:r>
                    </a:p>
                  </a:txBody>
                  <a:tcPr>
                    <a:solidFill>
                      <a:srgbClr val="F5F5F5"/>
                    </a:solidFill>
                  </a:tcPr>
                </a:tc>
                <a:tc>
                  <a:txBody>
                    <a:bodyPr/>
                    <a:lstStyle/>
                    <a:p>
                      <a:pPr>
                        <a:defRPr sz="1800">
                          <a:solidFill>
                            <a:srgbClr val="212121"/>
                          </a:solidFill>
                        </a:defRPr>
                      </a:pPr>
                      <a:r>
                        <a:t>Immunité</a:t>
                      </a:r>
                    </a:p>
                  </a:txBody>
                  <a:tcPr/>
                </a:tc>
                <a:extLst>
                  <a:ext uri="{0D108BD9-81ED-4DB2-BD59-A6C34878D82A}">
                    <a16:rowId xmlns:a16="http://schemas.microsoft.com/office/drawing/2014/main" val="10000"/>
                  </a:ext>
                </a:extLst>
              </a:tr>
              <a:tr h="457200">
                <a:tc>
                  <a:txBody>
                    <a:bodyPr/>
                    <a:lstStyle/>
                    <a:p>
                      <a:pPr>
                        <a:defRPr sz="1800" b="1">
                          <a:solidFill>
                            <a:srgbClr val="003366"/>
                          </a:solidFill>
                        </a:defRPr>
                      </a:pPr>
                      <a:r>
                        <a:t>Classe</a:t>
                      </a:r>
                    </a:p>
                  </a:txBody>
                  <a:tcPr>
                    <a:solidFill>
                      <a:srgbClr val="F5F5F5"/>
                    </a:solidFill>
                  </a:tcPr>
                </a:tc>
                <a:tc>
                  <a:txBody>
                    <a:bodyPr/>
                    <a:lstStyle/>
                    <a:p>
                      <a:pPr>
                        <a:defRPr sz="1800">
                          <a:solidFill>
                            <a:srgbClr val="212121"/>
                          </a:solidFill>
                        </a:defRPr>
                      </a:pPr>
                      <a:r>
                        <a:t>Complément alimentaire</a:t>
                      </a:r>
                    </a:p>
                  </a:txBody>
                  <a:tcPr/>
                </a:tc>
                <a:extLst>
                  <a:ext uri="{0D108BD9-81ED-4DB2-BD59-A6C34878D82A}">
                    <a16:rowId xmlns:a16="http://schemas.microsoft.com/office/drawing/2014/main" val="10001"/>
                  </a:ext>
                </a:extLst>
              </a:tr>
              <a:tr h="457200">
                <a:tc>
                  <a:txBody>
                    <a:bodyPr/>
                    <a:lstStyle/>
                    <a:p>
                      <a:pPr>
                        <a:defRPr sz="1800" b="1">
                          <a:solidFill>
                            <a:srgbClr val="003366"/>
                          </a:solidFill>
                        </a:defRPr>
                      </a:pPr>
                      <a:r>
                        <a:t>Forme</a:t>
                      </a:r>
                    </a:p>
                  </a:txBody>
                  <a:tcPr>
                    <a:solidFill>
                      <a:srgbClr val="F5F5F5"/>
                    </a:solidFill>
                  </a:tcPr>
                </a:tc>
                <a:tc>
                  <a:txBody>
                    <a:bodyPr/>
                    <a:lstStyle/>
                    <a:p>
                      <a:pPr>
                        <a:defRPr sz="1800">
                          <a:solidFill>
                            <a:srgbClr val="212121"/>
                          </a:solidFill>
                        </a:defRPr>
                      </a:pPr>
                      <a:r>
                        <a:t>Gummies</a:t>
                      </a:r>
                    </a:p>
                  </a:txBody>
                  <a:tcPr/>
                </a:tc>
                <a:extLst>
                  <a:ext uri="{0D108BD9-81ED-4DB2-BD59-A6C34878D82A}">
                    <a16:rowId xmlns:a16="http://schemas.microsoft.com/office/drawing/2014/main" val="10002"/>
                  </a:ext>
                </a:extLst>
              </a:tr>
              <a:tr h="457200">
                <a:tc>
                  <a:txBody>
                    <a:bodyPr/>
                    <a:lstStyle/>
                    <a:p>
                      <a:pPr>
                        <a:defRPr sz="1800" b="1">
                          <a:solidFill>
                            <a:srgbClr val="003366"/>
                          </a:solidFill>
                        </a:defRPr>
                      </a:pPr>
                      <a:r>
                        <a:t>Conditionnement</a:t>
                      </a:r>
                    </a:p>
                  </a:txBody>
                  <a:tcPr>
                    <a:solidFill>
                      <a:srgbClr val="F5F5F5"/>
                    </a:solidFill>
                  </a:tcPr>
                </a:tc>
                <a:tc>
                  <a:txBody>
                    <a:bodyPr/>
                    <a:lstStyle/>
                    <a:p>
                      <a:pPr>
                        <a:defRPr sz="1800">
                          <a:solidFill>
                            <a:srgbClr val="212121"/>
                          </a:solidFill>
                        </a:defRPr>
                      </a:pPr>
                      <a:r>
                        <a:t>Boite de 30 gummies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sz="2400" b="1">
                <a:solidFill>
                  <a:srgbClr val="003366"/>
                </a:solidFill>
              </a:defRPr>
            </a:pPr>
            <a:r>
              <a:t>SYNTHÈSE &amp; ENGAGEMENT</a:t>
            </a:r>
          </a:p>
        </p:txBody>
      </p:sp>
      <p:sp>
        <p:nvSpPr>
          <p:cNvPr id="5" name="TextBox 4"/>
          <p:cNvSpPr txBox="1"/>
          <p:nvPr/>
        </p:nvSpPr>
        <p:spPr>
          <a:xfrm>
            <a:off x="914400" y="2167467"/>
            <a:ext cx="7315200" cy="2743200"/>
          </a:xfrm>
          <a:prstGeom prst="rect">
            <a:avLst/>
          </a:prstGeom>
          <a:noFill/>
        </p:spPr>
        <p:txBody>
          <a:bodyPr wrap="square">
            <a:normAutofit fontScale="92500" lnSpcReduction="10000"/>
          </a:bodyPr>
          <a:lstStyle/>
          <a:p>
            <a:pPr algn="ctr">
              <a:defRPr sz="3200" b="1">
                <a:solidFill>
                  <a:srgbClr val="009999"/>
                </a:solidFill>
              </a:defRPr>
            </a:pPr>
            <a:r>
              <a:rPr dirty="0" err="1"/>
              <a:t>Renforcez</a:t>
            </a:r>
            <a:r>
              <a:rPr dirty="0"/>
              <a:t> </a:t>
            </a:r>
            <a:r>
              <a:rPr dirty="0" err="1"/>
              <a:t>votre</a:t>
            </a:r>
            <a:r>
              <a:rPr dirty="0"/>
              <a:t> </a:t>
            </a:r>
            <a:r>
              <a:rPr dirty="0" err="1"/>
              <a:t>système</a:t>
            </a:r>
            <a:r>
              <a:rPr dirty="0"/>
              <a:t> </a:t>
            </a:r>
            <a:r>
              <a:rPr dirty="0" err="1"/>
              <a:t>immunitaire</a:t>
            </a:r>
            <a:r>
              <a:rPr dirty="0"/>
              <a:t> </a:t>
            </a:r>
            <a:r>
              <a:rPr dirty="0" err="1"/>
              <a:t>naturellement</a:t>
            </a:r>
            <a:r>
              <a:rPr dirty="0"/>
              <a:t> avec </a:t>
            </a:r>
            <a:r>
              <a:rPr dirty="0" err="1"/>
              <a:t>Multibon</a:t>
            </a:r>
            <a:r>
              <a:rPr dirty="0"/>
              <a:t> </a:t>
            </a:r>
            <a:r>
              <a:rPr dirty="0" err="1"/>
              <a:t>Immunité</a:t>
            </a:r>
            <a:r>
              <a:rPr dirty="0"/>
              <a:t>. </a:t>
            </a:r>
            <a:r>
              <a:rPr dirty="0" err="1"/>
              <a:t>Découvrez</a:t>
            </a:r>
            <a:r>
              <a:rPr dirty="0"/>
              <a:t> comment vous </a:t>
            </a:r>
            <a:r>
              <a:rPr dirty="0" err="1"/>
              <a:t>pouvez</a:t>
            </a:r>
            <a:r>
              <a:rPr dirty="0"/>
              <a:t> </a:t>
            </a:r>
            <a:r>
              <a:rPr dirty="0" err="1"/>
              <a:t>défendre</a:t>
            </a:r>
            <a:r>
              <a:rPr dirty="0"/>
              <a:t> </a:t>
            </a:r>
            <a:r>
              <a:rPr dirty="0" err="1"/>
              <a:t>votre</a:t>
            </a:r>
            <a:r>
              <a:rPr dirty="0"/>
              <a:t> santé </a:t>
            </a:r>
            <a:r>
              <a:rPr dirty="0" err="1"/>
              <a:t>contre</a:t>
            </a:r>
            <a:r>
              <a:rPr dirty="0"/>
              <a:t> les maladies </a:t>
            </a:r>
            <a:r>
              <a:rPr dirty="0" err="1"/>
              <a:t>virales</a:t>
            </a:r>
            <a:r>
              <a:rPr dirty="0"/>
              <a:t> et </a:t>
            </a:r>
            <a:r>
              <a:rPr dirty="0" err="1"/>
              <a:t>infectieuses</a:t>
            </a:r>
            <a:r>
              <a:rPr dirty="0"/>
              <a:t>. </a:t>
            </a:r>
            <a:r>
              <a:rPr dirty="0" err="1"/>
              <a:t>Demandez</a:t>
            </a:r>
            <a:r>
              <a:rPr dirty="0"/>
              <a:t> un </a:t>
            </a:r>
            <a:r>
              <a:rPr dirty="0" err="1"/>
              <a:t>démonstration</a:t>
            </a:r>
            <a:r>
              <a:rPr dirty="0"/>
              <a:t> </a:t>
            </a:r>
            <a:r>
              <a:rPr dirty="0" err="1"/>
              <a:t>ou</a:t>
            </a:r>
            <a:r>
              <a:rPr dirty="0"/>
              <a:t> </a:t>
            </a:r>
            <a:r>
              <a:rPr dirty="0" err="1"/>
              <a:t>achetez</a:t>
            </a:r>
            <a:r>
              <a:rPr dirty="0"/>
              <a:t> </a:t>
            </a:r>
            <a:r>
              <a:rPr dirty="0" err="1"/>
              <a:t>en</a:t>
            </a:r>
            <a:r>
              <a:rPr dirty="0"/>
              <a:t> </a:t>
            </a:r>
            <a:r>
              <a:rPr dirty="0" err="1"/>
              <a:t>ligne</a:t>
            </a:r>
            <a:r>
              <a:rPr dirty="0"/>
              <a:t> </a:t>
            </a:r>
            <a:r>
              <a:rPr dirty="0" err="1"/>
              <a:t>aujourd'hui</a:t>
            </a:r>
            <a:r>
              <a:rPr dirty="0"/>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297</Words>
  <Application>Microsoft Office PowerPoint</Application>
  <PresentationFormat>On-screen Show (4:3)</PresentationFormat>
  <Paragraphs>20</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Yassine Janfaoui</cp:lastModifiedBy>
  <cp:revision>2</cp:revision>
  <dcterms:created xsi:type="dcterms:W3CDTF">2013-01-27T09:14:16Z</dcterms:created>
  <dcterms:modified xsi:type="dcterms:W3CDTF">2026-04-13T22:28:38Z</dcterms:modified>
  <cp:category/>
</cp:coreProperties>
</file>